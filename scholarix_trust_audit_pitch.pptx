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A63A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 ·  SCHOLARIX AI EVALUATION TASK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Scholarix Trust Audit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C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AI's confidence score doesn't match its own words.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743200" cy="0"/>
          </a:xfrm>
          <a:prstGeom prst="line">
            <a:avLst/>
          </a:prstGeom>
          <a:noFill/>
          <a:ln w="25400">
            <a:solidFill>
              <a:srgbClr val="A63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Joshi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Research Operations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4389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Team member name ]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researchers audited  ·  343 claims reviewed  ·  no paid tools used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doesn't always believe its own numbers.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949440" cy="4206240"/>
          </a:xfrm>
          <a:prstGeom prst="rect">
            <a:avLst/>
          </a:prstGeom>
          <a:solidFill>
            <a:srgbClr val="F7F7F2"/>
          </a:solidFill>
          <a:ln w="12700">
            <a:solidFill>
              <a:srgbClr val="9BA0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6949440" cy="502920"/>
          </a:xfrm>
          <a:prstGeom prst="rect">
            <a:avLst/>
          </a:prstGeom>
          <a:solidFill>
            <a:srgbClr val="EDEEE6"/>
          </a:solidFill>
          <a:ln w="9525">
            <a:solidFill>
              <a:srgbClr val="CBCD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A. GEWIRTH   ·   PUBLICATION RECORD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chemistry.illinois.edu/agewirth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6400800" cy="1188720"/>
          </a:xfrm>
          <a:prstGeom prst="rect">
            <a:avLst/>
          </a:prstGeom>
          <a:solidFill>
            <a:srgbClr val="EDEEE6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snippet </a:t>
            </a:r>
            <a:pPr indent="0" marL="0">
              <a:buNone/>
            </a:pPr>
            <a:r>
              <a:rPr lang="en-US" sz="14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to be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research publication abstract, </a:t>
            </a:r>
            <a:pPr indent="0" marL="0">
              <a:buNone/>
            </a:pPr>
            <a:r>
              <a:rPr lang="en-US" sz="14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 university's chemistry department website.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434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strike="sngStrike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28800" y="443484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BA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331720" y="4434840"/>
            <a:ext cx="1005840" cy="1005840"/>
          </a:xfrm>
          <a:prstGeom prst="ellipse">
            <a:avLst/>
          </a:prstGeom>
          <a:solidFill>
            <a:srgbClr val="F7F7F2"/>
          </a:solidFill>
          <a:ln w="31750">
            <a:solidFill>
              <a:srgbClr val="A63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4434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023360" y="4663440"/>
            <a:ext cx="3383280" cy="411480"/>
          </a:xfrm>
          <a:prstGeom prst="rect">
            <a:avLst/>
          </a:prstGeom>
          <a:solidFill>
            <a:srgbClr val="F3E4E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OVERSTATED CONFIDENCE  ·  MODERATE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5394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100/100 (near-certain) — but its own reasoning hedges twice. That language doesn't match a near-perfect score.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one-off.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55280" y="2697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happens in 42.6% of the AI-generated relevance records across all 50 researchers in the provided dataset.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955280" y="45720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6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score is what gets trusted. A hedge buried in a sentence is what gets skipped.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SCHOLARIX TRUST AUDIT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343 claims audited across 50 researchers.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0" cy="3291840"/>
          </a:xfrm>
          <a:prstGeom prst="line">
            <a:avLst/>
          </a:prstGeom>
          <a:noFill/>
          <a:ln w="12700">
            <a:solidFill>
              <a:srgbClr val="3A44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REVIEWED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broad_impact.json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0" cy="3291840"/>
          </a:xfrm>
          <a:prstGeom prst="line">
            <a:avLst/>
          </a:prstGeom>
          <a:noFill/>
          <a:ln w="12700">
            <a:solidFill>
              <a:srgbClr val="3A44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286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52044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37490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57.4% — score matches reasoning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0" cy="3291840"/>
          </a:xfrm>
          <a:prstGeom prst="line">
            <a:avLst/>
          </a:prstGeom>
          <a:noFill/>
          <a:ln w="12700">
            <a:solidFill>
              <a:srgbClr val="3A44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286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26364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OVERSTATED CONFIDENCE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37490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 — score contradicts reasoning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0" y="2103120"/>
            <a:ext cx="0" cy="3291840"/>
          </a:xfrm>
          <a:prstGeom prst="line">
            <a:avLst/>
          </a:prstGeom>
          <a:noFill/>
          <a:ln w="12700">
            <a:solidFill>
              <a:srgbClr val="3A44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2286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98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−16.5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00684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CORRECTION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06840" y="37490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when flagged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here is reproducible — generated by running the audit code in this repo against the actual provided dataset.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SCHOLARIX TRUST AUDIT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talked to two real users before building anything.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4114800"/>
          </a:xfrm>
          <a:prstGeom prst="rect">
            <a:avLst/>
          </a:prstGeom>
          <a:solidFill>
            <a:srgbClr val="F7F7F2"/>
          </a:solidFill>
          <a:ln w="12700">
            <a:solidFill>
              <a:srgbClr val="9BA0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86000"/>
            <a:ext cx="822960" cy="822960"/>
          </a:xfrm>
          <a:prstGeom prst="ellipse">
            <a:avLst/>
          </a:prstGeom>
          <a:solidFill>
            <a:srgbClr val="F3E4E0"/>
          </a:solidFill>
          <a:ln w="19050">
            <a:solidFill>
              <a:srgbClr val="A63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1168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Aditya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2nd-year MSIM student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BA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RELEVANT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6576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evaluates researchers when scoping academic projects — a direct proxy for a researcher-discovery user.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920240"/>
            <a:ext cx="5212080" cy="4114800"/>
          </a:xfrm>
          <a:prstGeom prst="rect">
            <a:avLst/>
          </a:prstGeom>
          <a:solidFill>
            <a:srgbClr val="F7F7F2"/>
          </a:solidFill>
          <a:ln w="12700">
            <a:solidFill>
              <a:srgbClr val="9BA0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286000"/>
            <a:ext cx="822960" cy="822960"/>
          </a:xfrm>
          <a:prstGeom prst="ellipse">
            <a:avLst/>
          </a:prstGeom>
          <a:solidFill>
            <a:srgbClr val="F3E4E0"/>
          </a:solidFill>
          <a:ln w="19050">
            <a:solidFill>
              <a:srgbClr val="A63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9808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Daksh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MSFE student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3383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BA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RELEVANT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36576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experts before deciding whether to reach out — a decision-driven use case where being wrong has a real cost.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interviews independently surfaced the same core pattern — see next slide.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SCHOLARIX TRUST AUDIT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TOLD 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said the same thing, in different words.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2743200"/>
          </a:xfrm>
          <a:prstGeom prst="rect">
            <a:avLst/>
          </a:prstGeom>
          <a:solidFill>
            <a:srgbClr val="EDEEE6"/>
          </a:solidFill>
          <a:ln w="9525">
            <a:solidFill>
              <a:srgbClr val="CBCD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3E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 see something like a high match percentage or confidence score, my first reaction is to trust it... But if the information is important, I'd want to understand why the system gave that score.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P1, Aditya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394960" cy="2743200"/>
          </a:xfrm>
          <a:prstGeom prst="rect">
            <a:avLst/>
          </a:prstGeom>
          <a:solidFill>
            <a:srgbClr val="EDEEE6"/>
          </a:solidFill>
          <a:ln w="9525">
            <a:solidFill>
              <a:srgbClr val="CBCD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3E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46520" y="214884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confidence creates a very strong expectation... I would rather see a realistic confidence level than a number that makes the result look more certain than it actually is.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P2, Daksh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10881360" cy="1234440"/>
          </a:xfrm>
          <a:prstGeom prst="rect">
            <a:avLst/>
          </a:prstGeom>
          <a:solidFill>
            <a:srgbClr val="1C243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4632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Both, independently, also said the same thing about a fix: never replace one unexplained number with another. Show the evidence, not just a corrected score.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SCHOLARIX TRUST AUDIT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DIRECTION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found five data problems. We built one, on purpose.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188720"/>
          </a:xfrm>
          <a:prstGeom prst="rect">
            <a:avLst/>
          </a:prstGeom>
          <a:solidFill>
            <a:srgbClr val="F7F7F2"/>
          </a:solidFill>
          <a:ln w="12700">
            <a:solidFill>
              <a:srgbClr val="9BA0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A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19842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 source disagreement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4414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publications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source-coverage modeling we can't responsibly do in 2 weeks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881360" cy="1188720"/>
          </a:xfrm>
          <a:prstGeom prst="rect">
            <a:avLst/>
          </a:prstGeom>
          <a:solidFill>
            <a:srgbClr val="F7F7F2"/>
          </a:solidFill>
          <a:ln w="12700">
            <a:solidFill>
              <a:srgbClr val="9BA0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9184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A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34015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/ affiliation collision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3858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of authors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32918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as the #1 trust-breaker by users — next iteration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1188720"/>
          </a:xfrm>
          <a:prstGeom prst="rect">
            <a:avLst/>
          </a:prstGeom>
          <a:solidFill>
            <a:srgbClr val="F3E4E0"/>
          </a:solidFill>
          <a:ln w="25400">
            <a:solidFill>
              <a:srgbClr val="A63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70916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54480" y="48188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confidence vs. reasoning gap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52760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 of claims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47091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self-contradiction. No ground truth needed. Both users confirmed it instantly.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SCHOLARIX TRUST AUDIT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transparent, rule-based audit — not a black box.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623060" y="1965960"/>
            <a:ext cx="640080" cy="640080"/>
          </a:xfrm>
          <a:prstGeom prst="ellipse">
            <a:avLst/>
          </a:prstGeom>
          <a:solidFill>
            <a:srgbClr val="1C2430"/>
          </a:solidFill>
          <a:ln/>
        </p:spPr>
      </p:sp>
      <p:sp>
        <p:nvSpPr>
          <p:cNvPr id="5" name="Text 3"/>
          <p:cNvSpPr/>
          <p:nvPr/>
        </p:nvSpPr>
        <p:spPr>
          <a:xfrm>
            <a:off x="16230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0" y="19659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BA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both signals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AI's relevance_score AND its own reasoning sentence for the same claim.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6260" y="1965960"/>
            <a:ext cx="640080" cy="640080"/>
          </a:xfrm>
          <a:prstGeom prst="ellipse">
            <a:avLst/>
          </a:prstGeom>
          <a:solidFill>
            <a:srgbClr val="1C2430"/>
          </a:solidFill>
          <a:ln/>
        </p:spPr>
      </p:sp>
      <p:sp>
        <p:nvSpPr>
          <p:cNvPr id="10" name="Text 8"/>
          <p:cNvSpPr/>
          <p:nvPr/>
        </p:nvSpPr>
        <p:spPr>
          <a:xfrm>
            <a:off x="43662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0" y="19659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BA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the language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324612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reasoning for hedge phrases (“appears to be”) or definitive phrases (“confirmed”).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09460" y="1965960"/>
            <a:ext cx="640080" cy="640080"/>
          </a:xfrm>
          <a:prstGeom prst="ellipse">
            <a:avLst/>
          </a:prstGeom>
          <a:solidFill>
            <a:srgbClr val="1C2430"/>
          </a:solidFill>
          <a:ln/>
        </p:spPr>
      </p:sp>
      <p:sp>
        <p:nvSpPr>
          <p:cNvPr id="15" name="Text 13"/>
          <p:cNvSpPr/>
          <p:nvPr/>
        </p:nvSpPr>
        <p:spPr>
          <a:xfrm>
            <a:off x="71094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0" y="19659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BA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26480" y="324612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score + hedged language = flagged. A low score + hedged language = honest, left alone.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52660" y="1965960"/>
            <a:ext cx="640080" cy="640080"/>
          </a:xfrm>
          <a:prstGeom prst="ellipse">
            <a:avLst/>
          </a:prstGeom>
          <a:solidFill>
            <a:srgbClr val="1C2430"/>
          </a:solidFill>
          <a:ln/>
        </p:spPr>
      </p:sp>
      <p:sp>
        <p:nvSpPr>
          <p:cNvPr id="20" name="Text 18"/>
          <p:cNvSpPr/>
          <p:nvPr/>
        </p:nvSpPr>
        <p:spPr>
          <a:xfrm>
            <a:off x="98526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869680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evidence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69680" y="324612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score, corrected score, and the exact triggering phrase — all visible together.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120640"/>
            <a:ext cx="10881360" cy="1051560"/>
          </a:xfrm>
          <a:prstGeom prst="rect">
            <a:avLst/>
          </a:prstGeom>
          <a:solidFill>
            <a:srgbClr val="EDEEE6"/>
          </a:solidFill>
          <a:ln w="9525">
            <a:solidFill>
              <a:srgbClr val="CBCD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1206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traces back to an exact phrase in the source text. Nothing is a black-box judgment — a reviewer can always see why.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SCHOLARIX TRUST AUDIT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Live, working, and running right now.</a:t>
            </a:r>
            <a:endParaRPr lang="en-US" sz="2700" dirty="0"/>
          </a:p>
        </p:txBody>
      </p:sp>
      <p:pic>
        <p:nvPicPr>
          <p:cNvPr id="4" name="Image 0" descr="/home/claude/screenshot_detail.png">    </p:cNvPr>
          <p:cNvPicPr>
            <a:picLocks noChangeAspect="1"/>
          </p:cNvPicPr>
          <p:nvPr/>
        </p:nvPicPr>
        <p:blipFill>
          <a:blip r:embed="rId1"/>
          <a:srcRect l="-259" r="-259" t="0" b="0"/>
          <a:stretch/>
        </p:blipFill>
        <p:spPr>
          <a:xfrm>
            <a:off x="640080" y="1600200"/>
            <a:ext cx="612648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0" y="182880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+ REST API, zero paid dependencies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researcher table, drill-down evidence cards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claim: original score → corrected score → exact phrase → explanation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automated tests, incl. real-dataset regression checks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run: python -m backend.main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SCHOLARIX TRUST AUDIT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deep, not wide — on purpose.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206240"/>
          </a:xfrm>
          <a:prstGeom prst="rect">
            <a:avLst/>
          </a:prstGeom>
          <a:solidFill>
            <a:srgbClr val="E4EFE7"/>
          </a:solidFill>
          <a:ln w="19050">
            <a:solidFill>
              <a:srgbClr val="2F6E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Score-vs-reasoning contradiction detection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+ corrected score shown together, always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Phrase-level, traceable explanations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dashboard + per-researcher drill-down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“Worst offenders” cross-dataset view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394960" cy="4206240"/>
          </a:xfrm>
          <a:prstGeom prst="rect">
            <a:avLst/>
          </a:prstGeom>
          <a:solidFill>
            <a:srgbClr val="F5EBD8"/>
          </a:solidFill>
          <a:ln w="19050">
            <a:solidFill>
              <a:srgbClr val="B982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8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(VALIDATED BY USERS)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5146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/ affiliation-collision detection — named the #1 trust-breaker by both interviewees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/ last-verified indicators — raised unprompted by P2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reconciliation logic applied to publication verification fields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review: accept or override a correction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SCHOLARIX TRUST AUDIT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chose not to build, and why.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11480" cy="411480"/>
          </a:xfrm>
          <a:prstGeom prst="ellipse">
            <a:avLst/>
          </a:prstGeom>
          <a:solidFill>
            <a:srgbClr val="F3E4E0"/>
          </a:solidFill>
          <a:ln w="19050">
            <a:solidFill>
              <a:srgbClr val="A63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skipped the biggest-looking number.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34440" y="230428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citation disagreement between OpenAlex/Crossref is our largest stat — but Crossref isn't a full citation index. “fixing” it without modeling source coverage risks producing a new, confidently wrong number.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411480" cy="411480"/>
          </a:xfrm>
          <a:prstGeom prst="ellipse">
            <a:avLst/>
          </a:prstGeom>
          <a:solidFill>
            <a:srgbClr val="F3E4E0"/>
          </a:solidFill>
          <a:ln w="19050">
            <a:solidFill>
              <a:srgbClr val="A63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33375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left the #1 user-requested feature unbuilt.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234440" y="372160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Identity-collision detection needs a differently-shaped audit (institutions/names, not text hedging). Building it shallowly in the time left would've produced the broad, unfocused tool this task explicitly warns against.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411480" cy="411480"/>
          </a:xfrm>
          <a:prstGeom prst="ellipse">
            <a:avLst/>
          </a:prstGeom>
          <a:solidFill>
            <a:srgbClr val="F3E4E0"/>
          </a:solidFill>
          <a:ln w="19050">
            <a:solidFill>
              <a:srgbClr val="A63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7548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chose transparency over automation.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34440" y="513892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never silently “fixes” anything — it always shows its work. That asks more of the user than a single trust score would, by design.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SCHOLARIX TRUST AUDIT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we had another two weeks.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54480" y="19476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Identity-collision detection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554480" y="23774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ORCID institution lists + name patterns to flag likely disambiguation errors, like the “I. Petrov” case we found (Moscow State vs. Linköping).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9202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040880" y="19476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 indicators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040880" y="23774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when a claim was last verified, addressing the fragmentation problem both interviewees raised.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554480" y="40965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to publications.json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554480" y="452628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reconciliation logic to Semantic Scholar deep-verification fields.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40690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040880" y="40965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review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040880" y="452628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reviewer accept or override a correction — turning a read-only audit into a workflow tool.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SCHOLARIX TRUST AUDIT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A63A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C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Questions, tradeoffs, and everything we got wrong — happy to dig in.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2743200" cy="0"/>
          </a:xfrm>
          <a:prstGeom prst="line">
            <a:avLst/>
          </a:prstGeom>
          <a:noFill/>
          <a:ln w="25400">
            <a:solidFill>
              <a:srgbClr val="A63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repo link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backend.main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SCHOLARIX TRUST AUDIT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2026-08-25T01:17:15Z</dcterms:created>
  <dcterms:modified xsi:type="dcterms:W3CDTF">2026-08-25T01:17:15Z</dcterms:modified>
</cp:coreProperties>
</file>